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251"/>
    <a:srgbClr val="D7EE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4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123F5-3482-AACF-C849-DA1FBF2AB41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AA255-EEC9-2CE7-3018-636B07434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2BC46-A014-0012-AE22-7D54C1931A9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26DE5C-4ECD-40EA-9220-0BADD65441EE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217D2-7AA7-611A-2B4A-FEC859A4460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A1CD7-ACC1-BC11-540B-615FF1D637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4E436E9-FA14-4807-A781-1890D8DA10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370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2A03-F94E-CF65-6116-A9422A7616A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BE9CB-AD75-95CF-9CD3-8C9E7227BB5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37476-316C-37C6-BD26-22FC4AA3ED9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A2A9BF-23AF-4736-A89D-227BD51AF69F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8291-E838-89C9-B520-4C93757A129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43D3-2C0F-454C-EE50-0152D7A4E2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2FDB4B-BFB6-468E-9A86-4FBF256992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2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2796-D67A-9D12-9CAE-2226407C51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61CE5-27B2-643E-7395-04ABB257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3CE7F-84DF-D75E-C334-8BE720B7FC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93B945-E5A3-4446-9B91-E82FB197CBC9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5D419-5284-3ACF-5577-5903DE3152F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2051B-F75E-1E0E-A077-EC9E02D3E1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A8C3C4-75EB-430D-845C-6FF0C24A04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5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319FD-BFCE-A9D1-E853-403E951490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2EAF-6CA4-4DCF-7001-42D14C4B8CD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23DD6-2C0F-73B6-2A73-2ABBF9CBA1E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DCBB-0B44-5546-230D-A33CD9F93F6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63143A-C336-45B0-8DEE-F48CC64CF780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FEC05-F1F1-1359-C986-81641458EC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3AD8B-4EB1-3939-32E9-96B73D696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39B7A8-7723-487E-A8D3-E35DD3806F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10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6F8F-D0CE-4DF9-AFEF-F6291424A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0A1DA-0DCC-F989-E7E8-602B6BC8F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CCE1E-05D0-0F19-A7E8-BF2217A5DBF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1566E-0BD6-7044-2085-334E18B34AB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C8151-B2A3-CF6F-EBAA-495655C2B35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C6E7CF-D2FB-6826-037A-1B68F789684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DB3DB8-E9BD-4DB8-9F10-66F382D2A183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D52FF-24C8-8943-6255-BF4FBEC55EC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47166-28B6-8158-4B15-ACED21E9D2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A14035-9061-45EA-B5C3-50F726E796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8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B554-B4D6-844D-3703-281FD776EC1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3B345-841A-BD24-7E76-7E9637AD35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C015DBE-FA68-414E-9E4F-C67F36DA25AE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FFF55-974C-9724-8D16-71735CF5982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1725A-EEDD-6D5C-86F8-E5127F7BE6E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DB7F7D5-4EB8-48CA-AB93-D383123B57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0BA35-117A-F88F-7961-8415C72FA0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0FD7B6-C8BB-4987-A283-FA1697AF9824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B5949-CDAE-979C-1946-E01E707F31C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8FC84-1D50-1EE6-5678-2D4982B75E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D7482F6-CC16-4DDE-89E2-81CBF1E1FC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54D0-366D-2359-F020-2C2D18C81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E9D7-F10D-C858-C798-405C70BC7A3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012D9-2735-CE91-C274-E5C126D7C60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C91C3-3618-CBCB-66C2-DB882C9A38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0DF286-FCA1-44F2-B53C-C6B81EB9E341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A4929-58F2-B06C-C3C0-C4AA22EBBC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1A7E3-E4C8-405B-C48D-CA47D1ED74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C1BEAB-6FD6-4A8F-8292-C1B2CF866C0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9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0576-677C-E7FA-4155-F98971CC7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AC8F5-0F5D-9A94-56EC-3029115DF42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2A2DB-6F7D-76B7-5906-FFF5C014052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B3EC3-1993-0126-0790-673791D4C5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68A5CFC-478A-4540-A072-2D977C99EDC2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8ECB6-601C-51B2-8866-E00D61A2E05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9826C-6DD8-8206-1C95-65F2B124D3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4838C5-CA73-49D3-A9E5-3B9BA7237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430-CE3D-4075-5FE3-BCCD8C09B5A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07928-CCE4-019A-ADA1-424E2F78384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CF066-C49B-00A5-4E8C-116048CFFD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3844B6-273E-4B00-9991-187B02BE5865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4584-660A-5C93-0C8D-0FFBB98F631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7BC1-90EF-A724-6D65-380960CA44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B0728E-AA9F-4A5E-9C7C-0A0ABB4C7E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9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ADD9AF-F5EE-DDD5-09B1-7250A7B4117D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9940C-E324-02A0-CB2B-02CD8F6ECC4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A4A5A-3301-C027-1CD8-9ED2AD5BF7B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B6ECA3-8595-4DF9-B13C-730EF1586FE0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9A87A-2317-5001-BF59-BBAB5E48782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D2F7-FF88-DFD1-BD0D-F6E661C3F6B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A037C0-2F4D-42E5-B115-188EB9863B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6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F3390C-423D-3F82-75B8-B99D962CC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F2E86-9E2D-4E10-7A70-A94C8F5C4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BF93B-67C3-4803-237F-2E7EE52AFD7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66C5D5D-5383-4243-8E3F-8C01E9D828C7}" type="datetime1">
              <a:rPr lang="en-US"/>
              <a:pPr lvl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5A0C-700C-FBFE-A0B9-C22EF9AEB7F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A0EB-2C3C-E660-2AE7-E6A8EEBBD0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D166A7C-0DB8-44F2-BD20-6ADBB43D8780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GB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07CF-28C8-974D-B0F2-5223D1190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Nigerian Disease Outbreak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21030-A010-108B-543D-46CC9B4101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</a:t>
            </a:r>
            <a:r>
              <a:rPr lang="en-US" dirty="0" err="1"/>
              <a:t>Ezeugo</a:t>
            </a:r>
            <a:r>
              <a:rPr lang="en-US" dirty="0"/>
              <a:t> Pearl </a:t>
            </a:r>
            <a:r>
              <a:rPr lang="en-US" dirty="0" err="1"/>
              <a:t>Uzoamaka</a:t>
            </a:r>
            <a:br>
              <a:rPr lang="en-US" dirty="0"/>
            </a:br>
            <a:r>
              <a:rPr lang="en-US" dirty="0"/>
              <a:t>JADONS HUB Power BI Mentorship Program</a:t>
            </a:r>
          </a:p>
        </p:txBody>
      </p:sp>
    </p:spTree>
    <p:extLst>
      <p:ext uri="{BB962C8B-B14F-4D97-AF65-F5344CB8AC3E}">
        <p14:creationId xmlns:p14="http://schemas.microsoft.com/office/powerpoint/2010/main" val="225243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3F76-3094-4E91-2BC6-62EDCA4E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D7C0-5404-239A-4806-D4A173A98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was given to a data analyst by a Nigerian hospital in which the task is to analyze their patient disease records using Microsoft Power Bl and present key health insights through dashboard, summaries, and visual storytelling. </a:t>
            </a:r>
          </a:p>
        </p:txBody>
      </p:sp>
    </p:spTree>
    <p:extLst>
      <p:ext uri="{BB962C8B-B14F-4D97-AF65-F5344CB8AC3E}">
        <p14:creationId xmlns:p14="http://schemas.microsoft.com/office/powerpoint/2010/main" val="328219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1571-6D51-9907-0B63-7B2E3E05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E875C-86DD-0440-0C6B-DE795AA46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the incidents of Malaria and Cholera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 the death rate in 2010 and 2018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settlement with the highest occurrence of disease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effective visualizations and storytelling dashboard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Communicate findings with clarity, accuracy, and disease relevance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660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D429-6E67-DBDA-6CA2-576DCAEF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E4FDC-277C-6EF4-FCDD-65604F45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DAX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50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5029-D112-9D36-6A45-2D4DA658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13B3E-7AA2-9F7F-716C-1E18A2258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Recorded Cases: 2,247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Deaths: 1,156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Death Rate: 51.45%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Years Covered: 2010 – 2018</a:t>
            </a:r>
          </a:p>
          <a:p>
            <a:r>
              <a:rPr lang="en-US" dirty="0"/>
              <a:t>Rural and Urban settlements</a:t>
            </a:r>
          </a:p>
          <a:p>
            <a:r>
              <a:rPr lang="en-US" dirty="0"/>
              <a:t>Age groups: Teenager, Young Adult. Adult, Senior, Elder</a:t>
            </a:r>
          </a:p>
          <a:p>
            <a:r>
              <a:rPr lang="en-US" dirty="0"/>
              <a:t>All  36 States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5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F4C4C-2DE5-1861-EAA7-AC0004046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5DC89-681D-0F9B-CF58-B51AD89E7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Malaria and Cholera has higher incidence in Kebbi state with Kaduna being closer</a:t>
            </a:r>
          </a:p>
          <a:p>
            <a:r>
              <a:rPr lang="en-US" dirty="0"/>
              <a:t>Ebola and Rubella Mars has the highest occurrence of death in 2010 and 2018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Urban settlement has more cases of different diseases</a:t>
            </a:r>
          </a:p>
          <a:p>
            <a:r>
              <a:rPr lang="en-US" dirty="0" err="1"/>
              <a:t>Diarrhoea</a:t>
            </a:r>
            <a:r>
              <a:rPr lang="en-US" dirty="0"/>
              <a:t> is prevalent among young adults of 17 – 34 years</a:t>
            </a:r>
          </a:p>
          <a:p>
            <a:r>
              <a:rPr lang="en-US" dirty="0"/>
              <a:t>2016 has the highest case of Meningitis in Nigeria </a:t>
            </a:r>
          </a:p>
          <a:p>
            <a:r>
              <a:rPr lang="en-US" dirty="0"/>
              <a:t>Bayelsa has more deaths due to cholera in Nigeria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71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F3FB-7F6D-9F6B-CA4F-549E91C8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6EC6-FDC6-8C27-0D71-83EFDCD5B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Malaria remains the most prevalent disease.</a:t>
            </a:r>
          </a:p>
          <a:p>
            <a:r>
              <a:rPr lang="en-US" dirty="0"/>
              <a:t>Cholera mortality varies significantly by state.</a:t>
            </a:r>
          </a:p>
          <a:p>
            <a:r>
              <a:rPr lang="en-US" dirty="0"/>
              <a:t>Settlement type influences disease occurrence.</a:t>
            </a:r>
          </a:p>
          <a:p>
            <a:r>
              <a:rPr lang="en-US" dirty="0"/>
              <a:t>Mortality trends shifted between 2010 and 2018.</a:t>
            </a:r>
          </a:p>
          <a:p>
            <a:r>
              <a:rPr lang="en-US" dirty="0"/>
              <a:t>Certain age groups are more vulnerable to </a:t>
            </a:r>
            <a:r>
              <a:rPr lang="en-US" dirty="0" err="1"/>
              <a:t>diarrhoea</a:t>
            </a:r>
            <a:r>
              <a:rPr lang="en-US" dirty="0"/>
              <a:t>.</a:t>
            </a:r>
          </a:p>
          <a:p>
            <a:r>
              <a:rPr lang="en-US" dirty="0"/>
              <a:t>Meningitis experienced a major outbreak year.</a:t>
            </a:r>
          </a:p>
        </p:txBody>
      </p:sp>
    </p:spTree>
    <p:extLst>
      <p:ext uri="{BB962C8B-B14F-4D97-AF65-F5344CB8AC3E}">
        <p14:creationId xmlns:p14="http://schemas.microsoft.com/office/powerpoint/2010/main" val="427328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6D6A-8061-02A7-0783-773226FA1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8D904-352D-77B5-6842-DE1516F56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Expand malaria prevention campaigns in high-incidence states.</a:t>
            </a:r>
          </a:p>
          <a:p>
            <a:pPr>
              <a:buFont typeface="+mj-lt"/>
              <a:buAutoNum type="arabicPeriod"/>
            </a:pPr>
            <a:r>
              <a:rPr lang="en-US" dirty="0"/>
              <a:t>Improve sanitation and clean water infrastructure to reduce cholera mortality.</a:t>
            </a:r>
          </a:p>
          <a:p>
            <a:pPr>
              <a:buFont typeface="+mj-lt"/>
              <a:buAutoNum type="arabicPeriod"/>
            </a:pPr>
            <a:r>
              <a:rPr lang="en-US" dirty="0"/>
              <a:t>Strengthen emergency healthcare response in high-death-rate regions.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Increase vaccination coverage in outbreak-prone years.</a:t>
            </a:r>
          </a:p>
          <a:p>
            <a:pPr>
              <a:buFont typeface="+mj-lt"/>
              <a:buAutoNum type="arabicPeriod"/>
            </a:pPr>
            <a:r>
              <a:rPr lang="en-US" dirty="0"/>
              <a:t>Implement age-targeted hygiene and awareness programs.</a:t>
            </a:r>
          </a:p>
          <a:p>
            <a:pPr>
              <a:buFont typeface="+mj-lt"/>
              <a:buAutoNum type="arabicPeriod"/>
            </a:pPr>
            <a:r>
              <a:rPr lang="en-US" dirty="0"/>
              <a:t>Allocate healthcare resources based on data-driven disease burden analysis.</a:t>
            </a:r>
          </a:p>
          <a:p>
            <a:pPr marL="0" indent="0">
              <a:buNone/>
            </a:pPr>
            <a:r>
              <a:rPr lang="en-US" dirty="0"/>
              <a:t>Strategic interventions informed by data can significantly improve health outcomes nationwide.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39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330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Nigerian Disease Outbreak Analysis</vt:lpstr>
      <vt:lpstr>Project Background</vt:lpstr>
      <vt:lpstr>Objectives</vt:lpstr>
      <vt:lpstr>Tools Used</vt:lpstr>
      <vt:lpstr>Dataset Summary</vt:lpstr>
      <vt:lpstr>Key Findings</vt:lpstr>
      <vt:lpstr>Key Insights</vt:lpstr>
      <vt:lpstr>Recommendations and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Pearl Festus</dc:creator>
  <cp:lastModifiedBy>Pearl Festus</cp:lastModifiedBy>
  <cp:revision>13</cp:revision>
  <dcterms:created xsi:type="dcterms:W3CDTF">2026-02-28T15:16:42Z</dcterms:created>
  <dcterms:modified xsi:type="dcterms:W3CDTF">2026-03-01T17:19:13Z</dcterms:modified>
</cp:coreProperties>
</file>